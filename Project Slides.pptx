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14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16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050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890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269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187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629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435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23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068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82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955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6798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7081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777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431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798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81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98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Based Disease Detection Through Symptoms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82686"/>
            <a:ext cx="8229600" cy="38753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by:</a:t>
            </a:r>
          </a:p>
          <a:p>
            <a:pPr marL="0" indent="0" algn="ctr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 Raza (243749)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ML are transforming healthcare.</a:t>
            </a: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disease detection is challenging due to similar symptoms.</a:t>
            </a:r>
          </a:p>
          <a:p>
            <a:pPr algn="just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predicts diseases using symptoms and gives health guidance.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system</a:t>
            </a:r>
          </a:p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inputs symptoms</a:t>
            </a:r>
          </a:p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 predicts disease</a:t>
            </a:r>
          </a:p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shows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recommendations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</a:t>
            </a:r>
          </a:p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Flask</a:t>
            </a:r>
          </a:p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ML: MLP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Classifier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,ANN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Python, scikit-learn, pandas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 </a:t>
            </a:r>
            <a:r>
              <a:rPr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Classifier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,ANN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hidden layers (128, 64)</a:t>
            </a:r>
          </a:p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 used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</a:p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</a:t>
            </a:r>
          </a:p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shows reliable prediction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helps in preliminary disease detection</a:t>
            </a:r>
          </a:p>
          <a:p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healthcare support system</a:t>
            </a:r>
          </a:p>
          <a:p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Future: Mobile app, APIs, Deep Learning, Multilingual support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34</TotalTime>
  <Words>141</Words>
  <Application>Microsoft Office PowerPoint</Application>
  <PresentationFormat>On-screen Show (4:3)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Times New Roman</vt:lpstr>
      <vt:lpstr>Wingdings 3</vt:lpstr>
      <vt:lpstr>Ion Boardroom</vt:lpstr>
      <vt:lpstr>AI Based Disease Detection Through Symptoms</vt:lpstr>
      <vt:lpstr>Introduction</vt:lpstr>
      <vt:lpstr>System Overview</vt:lpstr>
      <vt:lpstr>Technologies Used</vt:lpstr>
      <vt:lpstr>Machine Learning Model</vt:lpstr>
      <vt:lpstr>Performance &amp; Results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Based Disease Detection Through Symptoms</dc:title>
  <dc:subject/>
  <dc:creator/>
  <cp:keywords/>
  <dc:description>generated using python-pptx</dc:description>
  <cp:lastModifiedBy>SAQIB COMPUTERS</cp:lastModifiedBy>
  <cp:revision>3</cp:revision>
  <dcterms:created xsi:type="dcterms:W3CDTF">2013-01-27T09:14:16Z</dcterms:created>
  <dcterms:modified xsi:type="dcterms:W3CDTF">2026-05-20T14:32:56Z</dcterms:modified>
  <cp:category/>
</cp:coreProperties>
</file>